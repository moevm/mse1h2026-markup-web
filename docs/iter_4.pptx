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9"/>
  </p:notesMasterIdLst>
  <p:sldIdLst>
    <p:sldId id="256" r:id="rId2"/>
    <p:sldId id="267" r:id="rId3"/>
    <p:sldId id="259" r:id="rId4"/>
    <p:sldId id="268" r:id="rId5"/>
    <p:sldId id="269" r:id="rId6"/>
    <p:sldId id="270" r:id="rId7"/>
    <p:sldId id="265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765" autoAdjust="0"/>
  </p:normalViewPr>
  <p:slideViewPr>
    <p:cSldViewPr snapToGrid="0">
      <p:cViewPr varScale="1">
        <p:scale>
          <a:sx n="97" d="100"/>
          <a:sy n="97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C81A7-ABF7-468F-8267-D77D020F9728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45D43-E68F-46B6-8F4B-684023D15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560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45D43-E68F-46B6-8F4B-684023D1568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597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3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45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39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8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00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90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20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52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38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852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952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AF33DB-8963-AAC9-C0C3-D126DCDBA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4600" dirty="0"/>
              <a:t>Интеллектуальная система разметки изображений</a:t>
            </a:r>
            <a:br>
              <a:rPr lang="ru-RU" sz="4600" dirty="0"/>
            </a:br>
            <a:r>
              <a:rPr lang="ru-RU" sz="4600" dirty="0"/>
              <a:t>(</a:t>
            </a:r>
            <a:r>
              <a:rPr lang="en-US" sz="4600" dirty="0"/>
              <a:t>markup-web)</a:t>
            </a:r>
            <a:br>
              <a:rPr lang="ru-RU" sz="4600" dirty="0"/>
            </a:br>
            <a:endParaRPr lang="ru-RU" sz="4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88FD21-64CA-19C6-B1B3-6D36F0170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4551" y="3383607"/>
            <a:ext cx="5322013" cy="1005657"/>
          </a:xfrm>
        </p:spPr>
        <p:txBody>
          <a:bodyPr>
            <a:normAutofit/>
          </a:bodyPr>
          <a:lstStyle/>
          <a:p>
            <a:r>
              <a:rPr lang="ru-RU" sz="2800" dirty="0"/>
              <a:t>Итерация 4</a:t>
            </a:r>
          </a:p>
          <a:p>
            <a:endParaRPr lang="ru-RU" dirty="0"/>
          </a:p>
        </p:txBody>
      </p:sp>
      <p:pic>
        <p:nvPicPr>
          <p:cNvPr id="4" name="Picture 3" descr="Изображение выглядит как шаблон, Симметрия, дизайн, оберточная бумаг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99ECEC8-04ED-A974-E476-C96CC506E6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95" r="19127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9CEEDA9-83E5-C5F0-300E-3B0532A54C24}"/>
              </a:ext>
            </a:extLst>
          </p:cNvPr>
          <p:cNvSpPr txBox="1">
            <a:spLocks/>
          </p:cNvSpPr>
          <p:nvPr/>
        </p:nvSpPr>
        <p:spPr>
          <a:xfrm>
            <a:off x="5626430" y="4220110"/>
            <a:ext cx="6184570" cy="221237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Команда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Басик</a:t>
            </a:r>
            <a:r>
              <a:rPr lang="ru-RU" dirty="0"/>
              <a:t> В. В. 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Березовский М.А.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Глебова В.С.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Комаров Д.Е.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Потапов Р.Ю.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Трунов Б.Г.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057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4E9999-52A2-B567-3F83-D8B5B39B7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Запланированные задачи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3F2EA56-35FA-48AC-DD38-874A4DA8EBE9}"/>
              </a:ext>
            </a:extLst>
          </p:cNvPr>
          <p:cNvSpPr txBox="1">
            <a:spLocks/>
          </p:cNvSpPr>
          <p:nvPr/>
        </p:nvSpPr>
        <p:spPr>
          <a:xfrm>
            <a:off x="700634" y="1842378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Реализовать вывод метрик в пользовательский интерфейс</a:t>
            </a:r>
          </a:p>
          <a:p>
            <a:r>
              <a:rPr lang="ru-RU" dirty="0"/>
              <a:t>Реализовать логику выбора модели</a:t>
            </a:r>
          </a:p>
          <a:p>
            <a:r>
              <a:rPr lang="ru-RU" dirty="0"/>
              <a:t>Автоматическое подтверждение разметки для случаев, если уверенность модели выше заданной</a:t>
            </a:r>
          </a:p>
          <a:p>
            <a:r>
              <a:rPr lang="ru-RU" dirty="0"/>
              <a:t>Исправление ошибок, оптимизация, тестирование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4096732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0ABD04-6620-9F7B-AF8A-2F417D394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Задачи, решенные в рамках текущей итерации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D52E36-D453-0F04-8B30-8F1113525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Реализован вывод метрик в пользовательский интерфейс</a:t>
            </a:r>
          </a:p>
          <a:p>
            <a:r>
              <a:rPr lang="ru-RU" dirty="0"/>
              <a:t>Реализована логику выбора модели</a:t>
            </a:r>
          </a:p>
          <a:p>
            <a:r>
              <a:rPr lang="ru-RU" dirty="0"/>
              <a:t>Автоматическое подтверждение разметки для случаев, если уверенность модели выше заданной</a:t>
            </a:r>
          </a:p>
          <a:p>
            <a:r>
              <a:rPr lang="ru-RU" dirty="0"/>
              <a:t>Исправление ошибок, оптимизация, тестирование</a:t>
            </a:r>
          </a:p>
          <a:p>
            <a:endParaRPr lang="ru-RU" sz="16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289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E7CE89-74AD-8682-6340-83206C217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МОДЕЛИ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1F78487-82A5-F38B-9023-03C01FA16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444" y="2004540"/>
            <a:ext cx="4728253" cy="368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056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160BC9-6130-946C-ED55-11607CF78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АВТОПОДТВЕРЖДЕНИЕ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B6EA59C-7DBA-34EB-4CEB-6C20FDE6B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007" y="3064903"/>
            <a:ext cx="8541237" cy="151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522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631E7-6F7F-C47E-560F-C07E60731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МЕТРИКИ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6B29EF6-3901-F4A0-AF5E-88D79D7B0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881" y="1995242"/>
            <a:ext cx="5569914" cy="373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937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DCB6FC-A91B-21B5-7D0A-25BFDB03C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6323" y="2775204"/>
            <a:ext cx="10691265" cy="1307592"/>
          </a:xfrm>
        </p:spPr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82901891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114</Words>
  <Application>Microsoft Office PowerPoint</Application>
  <PresentationFormat>Широкоэкранный</PresentationFormat>
  <Paragraphs>24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Aptos</vt:lpstr>
      <vt:lpstr>Arial</vt:lpstr>
      <vt:lpstr>Calisto MT</vt:lpstr>
      <vt:lpstr>Univers Condensed</vt:lpstr>
      <vt:lpstr>ChronicleVTI</vt:lpstr>
      <vt:lpstr>Интеллектуальная система разметки изображений (markup-web) </vt:lpstr>
      <vt:lpstr>Запланированные задачи</vt:lpstr>
      <vt:lpstr>Задачи, решенные в рамках текущей итерации</vt:lpstr>
      <vt:lpstr>ВЫБОР МОДЕЛИ</vt:lpstr>
      <vt:lpstr>АВТОПОДТВЕРЖДЕНИЕ</vt:lpstr>
      <vt:lpstr>МЕТРИКИ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Alcomarxism</dc:creator>
  <cp:lastModifiedBy>Alcomarxism</cp:lastModifiedBy>
  <cp:revision>18</cp:revision>
  <dcterms:created xsi:type="dcterms:W3CDTF">2026-02-25T12:48:09Z</dcterms:created>
  <dcterms:modified xsi:type="dcterms:W3CDTF">2026-05-25T18:38:56Z</dcterms:modified>
</cp:coreProperties>
</file>