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7"/>
  </p:notesMasterIdLst>
  <p:sldIdLst>
    <p:sldId id="256" r:id="rId2"/>
    <p:sldId id="267" r:id="rId3"/>
    <p:sldId id="259" r:id="rId4"/>
    <p:sldId id="264" r:id="rId5"/>
    <p:sldId id="26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65" autoAdjust="0"/>
  </p:normalViewPr>
  <p:slideViewPr>
    <p:cSldViewPr snapToGrid="0">
      <p:cViewPr varScale="1">
        <p:scale>
          <a:sx n="58" d="100"/>
          <a:sy n="58" d="100"/>
        </p:scale>
        <p:origin x="78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C81A7-ABF7-468F-8267-D77D020F9728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45D43-E68F-46B6-8F4B-684023D15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6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45D43-E68F-46B6-8F4B-684023D1568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59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3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4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0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2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5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5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95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33DB-8963-AAC9-C0C3-D126DCDBA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600" dirty="0"/>
              <a:t>Интеллектуальная система разметки изображений</a:t>
            </a:r>
            <a:br>
              <a:rPr lang="ru-RU" sz="4600" dirty="0"/>
            </a:br>
            <a:r>
              <a:rPr lang="ru-RU" sz="4600" dirty="0"/>
              <a:t>(</a:t>
            </a:r>
            <a:r>
              <a:rPr lang="en-US" sz="4600" dirty="0"/>
              <a:t>markup-web)</a:t>
            </a:r>
            <a:br>
              <a:rPr lang="ru-RU" sz="4600" dirty="0"/>
            </a:br>
            <a:endParaRPr lang="ru-RU" sz="4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88FD21-64CA-19C6-B1B3-6D36F0170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1" y="3383607"/>
            <a:ext cx="5322013" cy="1005657"/>
          </a:xfrm>
        </p:spPr>
        <p:txBody>
          <a:bodyPr>
            <a:normAutofit/>
          </a:bodyPr>
          <a:lstStyle/>
          <a:p>
            <a:r>
              <a:rPr lang="ru-RU" sz="2800" dirty="0"/>
              <a:t>Итерация </a:t>
            </a:r>
            <a:r>
              <a:rPr lang="en-US" sz="2800" dirty="0"/>
              <a:t>2</a:t>
            </a:r>
            <a:endParaRPr lang="ru-RU" sz="2800" dirty="0"/>
          </a:p>
          <a:p>
            <a:endParaRPr lang="ru-RU" dirty="0"/>
          </a:p>
        </p:txBody>
      </p:sp>
      <p:pic>
        <p:nvPicPr>
          <p:cNvPr id="4" name="Picture 3" descr="Изображение выглядит как шаблон, Симметрия, дизайн, оберточная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9ECEC8-04ED-A974-E476-C96CC506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95" r="19127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9CEEDA9-83E5-C5F0-300E-3B0532A54C24}"/>
              </a:ext>
            </a:extLst>
          </p:cNvPr>
          <p:cNvSpPr txBox="1">
            <a:spLocks/>
          </p:cNvSpPr>
          <p:nvPr/>
        </p:nvSpPr>
        <p:spPr>
          <a:xfrm>
            <a:off x="5626430" y="4220110"/>
            <a:ext cx="6184570" cy="221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Команда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Басик</a:t>
            </a:r>
            <a:r>
              <a:rPr lang="ru-RU" dirty="0"/>
              <a:t> В. В. 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Березовский М.А.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Глебова В.С.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Комаров Д.Е.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Потапов Р.Ю.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Трунов Б.Г.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5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E9999-52A2-B567-3F83-D8B5B39B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текущую итерацию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3F2EA56-35FA-48AC-DD38-874A4DA8EBE9}"/>
              </a:ext>
            </a:extLst>
          </p:cNvPr>
          <p:cNvSpPr txBox="1">
            <a:spLocks/>
          </p:cNvSpPr>
          <p:nvPr/>
        </p:nvSpPr>
        <p:spPr>
          <a:xfrm>
            <a:off x="700634" y="1842378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Реализовать интерфейс разметки изображений</a:t>
            </a:r>
          </a:p>
          <a:p>
            <a:r>
              <a:rPr lang="ru-RU" dirty="0"/>
              <a:t>Реализовать отправку запросов с </a:t>
            </a:r>
            <a:r>
              <a:rPr lang="en-US" dirty="0"/>
              <a:t>web-</a:t>
            </a:r>
            <a:r>
              <a:rPr lang="ru-RU" dirty="0"/>
              <a:t>страницы на сервер </a:t>
            </a:r>
          </a:p>
          <a:p>
            <a:r>
              <a:rPr lang="ru-RU" dirty="0"/>
              <a:t>Реализовать обработку запросов на сервере </a:t>
            </a:r>
          </a:p>
          <a:p>
            <a:r>
              <a:rPr lang="ru-RU" dirty="0"/>
              <a:t>Обучить модель самостоятельно и провести ее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09673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ABD04-6620-9F7B-AF8A-2F417D39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Задачи, решенные в рамках текущей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D52E36-D453-0F04-8B30-8F1113525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600" dirty="0"/>
              <a:t>Реализована </a:t>
            </a:r>
            <a:r>
              <a:rPr lang="en-US" sz="1600" dirty="0"/>
              <a:t>web-</a:t>
            </a:r>
            <a:r>
              <a:rPr lang="ru-RU" sz="1600" dirty="0"/>
              <a:t>страница рабочей области</a:t>
            </a:r>
          </a:p>
          <a:p>
            <a:r>
              <a:rPr lang="ru-RU" sz="1600" dirty="0"/>
              <a:t>Реализована функция </a:t>
            </a:r>
            <a:r>
              <a:rPr lang="ru-RU" sz="1600"/>
              <a:t>загрузки датасета</a:t>
            </a:r>
            <a:endParaRPr lang="ru-RU" sz="1600" dirty="0"/>
          </a:p>
          <a:p>
            <a:r>
              <a:rPr lang="ru-RU" sz="1600" dirty="0"/>
              <a:t>Проект собран в 2 докер-контейнера</a:t>
            </a:r>
            <a:r>
              <a:rPr lang="en-US" sz="1600" dirty="0"/>
              <a:t>: </a:t>
            </a:r>
            <a:r>
              <a:rPr lang="ru-RU" sz="1600" dirty="0"/>
              <a:t>сервер для обработки запросов к </a:t>
            </a:r>
            <a:r>
              <a:rPr lang="en-US" sz="1600" dirty="0" err="1"/>
              <a:t>api</a:t>
            </a:r>
            <a:r>
              <a:rPr lang="ru-RU" sz="1600" dirty="0"/>
              <a:t> и сервер для вывода </a:t>
            </a:r>
            <a:r>
              <a:rPr lang="en-US" sz="1600" dirty="0"/>
              <a:t>web-</a:t>
            </a:r>
            <a:r>
              <a:rPr lang="ru-RU" sz="1600" dirty="0"/>
              <a:t>страниц</a:t>
            </a:r>
          </a:p>
          <a:p>
            <a:r>
              <a:rPr lang="ru-RU" sz="1600" dirty="0"/>
              <a:t>Контейнеры объединены через </a:t>
            </a:r>
            <a:r>
              <a:rPr lang="en-US" sz="1600" dirty="0"/>
              <a:t>docker-compose </a:t>
            </a:r>
            <a:r>
              <a:rPr lang="ru-RU" sz="1600" dirty="0"/>
              <a:t>с базой данных </a:t>
            </a:r>
            <a:r>
              <a:rPr lang="en-US" sz="1600" dirty="0" err="1"/>
              <a:t>postrgesql</a:t>
            </a:r>
            <a:endParaRPr lang="en-US" sz="1600" dirty="0"/>
          </a:p>
          <a:p>
            <a:r>
              <a:rPr lang="ru-RU" sz="1600" dirty="0"/>
              <a:t>Добавлены скрипты запуска </a:t>
            </a:r>
          </a:p>
          <a:p>
            <a:r>
              <a:rPr lang="ru-RU" sz="1600" dirty="0"/>
              <a:t>Добавлена настройка </a:t>
            </a:r>
            <a:r>
              <a:rPr lang="ru-RU" sz="1600" dirty="0" err="1"/>
              <a:t>гиперпараметров</a:t>
            </a:r>
            <a:r>
              <a:rPr lang="ru-RU" sz="1600" dirty="0"/>
              <a:t> обучения</a:t>
            </a:r>
          </a:p>
          <a:p>
            <a:r>
              <a:rPr lang="ru-RU" sz="1600" dirty="0"/>
              <a:t>Добавлены метрики для контроля обучения модели</a:t>
            </a:r>
          </a:p>
          <a:p>
            <a:r>
              <a:rPr lang="ru-RU" sz="1600" dirty="0"/>
              <a:t>Добавлена поддержка нескольких моделей нейросети для предсказания рамок</a:t>
            </a:r>
          </a:p>
          <a:p>
            <a:r>
              <a:rPr lang="ru-RU" sz="1600" dirty="0"/>
              <a:t>Добавлена аугментация картинок</a:t>
            </a:r>
          </a:p>
          <a:p>
            <a:r>
              <a:rPr lang="ru-RU" sz="1600" dirty="0"/>
              <a:t>Добавлены логи для обучения модели</a:t>
            </a:r>
          </a:p>
          <a:p>
            <a:endParaRPr lang="ru-RU" sz="1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28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F1088-D772-51A2-C992-ED0DBD40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следующую итерацию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72A9D-70F5-E617-F37D-471ED713D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906108"/>
            <a:ext cx="10691265" cy="3739896"/>
          </a:xfrm>
        </p:spPr>
        <p:txBody>
          <a:bodyPr/>
          <a:lstStyle/>
          <a:p>
            <a:r>
              <a:rPr lang="ru-RU" dirty="0" err="1"/>
              <a:t>Додклать</a:t>
            </a:r>
            <a:r>
              <a:rPr lang="ru-RU" dirty="0"/>
              <a:t> пользовательский интерфейс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926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CB6FC-A91B-21B5-7D0A-25BFDB03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323" y="2775204"/>
            <a:ext cx="10691265" cy="1307592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82901891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153</Words>
  <Application>Microsoft Office PowerPoint</Application>
  <PresentationFormat>Широкоэкранный</PresentationFormat>
  <Paragraphs>29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Arial</vt:lpstr>
      <vt:lpstr>Calisto MT</vt:lpstr>
      <vt:lpstr>Univers Condensed</vt:lpstr>
      <vt:lpstr>ChronicleVTI</vt:lpstr>
      <vt:lpstr>Интеллектуальная система разметки изображений (markup-web) </vt:lpstr>
      <vt:lpstr>План на текущую итерацию</vt:lpstr>
      <vt:lpstr>Задачи, решенные в рамках текущей итерации</vt:lpstr>
      <vt:lpstr>План на следующую итерацию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Alcomarxism</dc:creator>
  <cp:lastModifiedBy>Alcomarxism</cp:lastModifiedBy>
  <cp:revision>13</cp:revision>
  <dcterms:created xsi:type="dcterms:W3CDTF">2026-02-25T12:48:09Z</dcterms:created>
  <dcterms:modified xsi:type="dcterms:W3CDTF">2026-03-25T17:52:37Z</dcterms:modified>
</cp:coreProperties>
</file>