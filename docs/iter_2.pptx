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8"/>
  </p:notesMasterIdLst>
  <p:sldIdLst>
    <p:sldId id="256" r:id="rId2"/>
    <p:sldId id="267" r:id="rId3"/>
    <p:sldId id="259" r:id="rId4"/>
    <p:sldId id="264" r:id="rId5"/>
    <p:sldId id="268" r:id="rId6"/>
    <p:sldId id="265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765" autoAdjust="0"/>
  </p:normalViewPr>
  <p:slideViewPr>
    <p:cSldViewPr snapToGrid="0">
      <p:cViewPr varScale="1">
        <p:scale>
          <a:sx n="97" d="100"/>
          <a:sy n="97" d="100"/>
        </p:scale>
        <p:origin x="108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2C81A7-ABF7-468F-8267-D77D020F9728}" type="datetimeFigureOut">
              <a:rPr lang="ru-RU" smtClean="0"/>
              <a:t>25.03.2026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145D43-E68F-46B6-8F4B-684023D156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6560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145D43-E68F-46B6-8F4B-684023D1568E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65970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231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457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039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28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00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490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720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9520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638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2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852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952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AF33DB-8963-AAC9-C0C3-D126DCDBA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4552" y="871758"/>
            <a:ext cx="5825448" cy="387114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ru-RU" sz="4600" dirty="0"/>
              <a:t>Интеллектуальная система разметки изображений</a:t>
            </a:r>
            <a:br>
              <a:rPr lang="ru-RU" sz="4600" dirty="0"/>
            </a:br>
            <a:r>
              <a:rPr lang="ru-RU" sz="4600" dirty="0"/>
              <a:t>(</a:t>
            </a:r>
            <a:r>
              <a:rPr lang="en-US" sz="4600" dirty="0"/>
              <a:t>markup-web)</a:t>
            </a:r>
            <a:br>
              <a:rPr lang="ru-RU" sz="4600" dirty="0"/>
            </a:br>
            <a:endParaRPr lang="ru-RU" sz="46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C88FD21-64CA-19C6-B1B3-6D36F0170D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04551" y="3383607"/>
            <a:ext cx="5322013" cy="1005657"/>
          </a:xfrm>
        </p:spPr>
        <p:txBody>
          <a:bodyPr>
            <a:normAutofit/>
          </a:bodyPr>
          <a:lstStyle/>
          <a:p>
            <a:r>
              <a:rPr lang="ru-RU" sz="2800" dirty="0"/>
              <a:t>Итерация </a:t>
            </a:r>
            <a:r>
              <a:rPr lang="en-US" sz="2800" dirty="0"/>
              <a:t>2</a:t>
            </a:r>
            <a:endParaRPr lang="ru-RU" sz="2800" dirty="0"/>
          </a:p>
          <a:p>
            <a:endParaRPr lang="ru-RU" dirty="0"/>
          </a:p>
        </p:txBody>
      </p:sp>
      <p:pic>
        <p:nvPicPr>
          <p:cNvPr id="4" name="Picture 3" descr="Изображение выглядит как шаблон, Симметрия, дизайн, оберточная бумаг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99ECEC8-04ED-A974-E476-C96CC506E6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895" r="19127" b="-1"/>
          <a:stretch>
            <a:fillRect/>
          </a:stretch>
        </p:blipFill>
        <p:spPr>
          <a:xfrm>
            <a:off x="1" y="10"/>
            <a:ext cx="4876799" cy="6857989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9CEEDA9-83E5-C5F0-300E-3B0532A54C24}"/>
              </a:ext>
            </a:extLst>
          </p:cNvPr>
          <p:cNvSpPr txBox="1">
            <a:spLocks/>
          </p:cNvSpPr>
          <p:nvPr/>
        </p:nvSpPr>
        <p:spPr>
          <a:xfrm>
            <a:off x="5626430" y="4220110"/>
            <a:ext cx="6184570" cy="221237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Команда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Басик</a:t>
            </a:r>
            <a:r>
              <a:rPr lang="ru-RU" dirty="0"/>
              <a:t> В. В. 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Березовский М.А.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Глебова В.С.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Комаров Д.Е.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Потапов Р.Ю.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Трунов Б.Г.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0570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4E9999-52A2-B567-3F83-D8B5B39B7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на текущую итерацию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F3F2EA56-35FA-48AC-DD38-874A4DA8EBE9}"/>
              </a:ext>
            </a:extLst>
          </p:cNvPr>
          <p:cNvSpPr txBox="1">
            <a:spLocks/>
          </p:cNvSpPr>
          <p:nvPr/>
        </p:nvSpPr>
        <p:spPr>
          <a:xfrm>
            <a:off x="700634" y="1842378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Реализовать интерфейс разметки изображений</a:t>
            </a:r>
          </a:p>
          <a:p>
            <a:r>
              <a:rPr lang="ru-RU" dirty="0"/>
              <a:t>Реализовать отправку запросов с </a:t>
            </a:r>
            <a:r>
              <a:rPr lang="en-US" dirty="0"/>
              <a:t>web-</a:t>
            </a:r>
            <a:r>
              <a:rPr lang="ru-RU" dirty="0"/>
              <a:t>страницы на сервер </a:t>
            </a:r>
          </a:p>
          <a:p>
            <a:r>
              <a:rPr lang="ru-RU" dirty="0"/>
              <a:t>Реализовать обработку запросов на сервере </a:t>
            </a:r>
          </a:p>
          <a:p>
            <a:r>
              <a:rPr lang="ru-RU" dirty="0"/>
              <a:t>Обучить модель самостоятельно и провести ее тестирование</a:t>
            </a:r>
          </a:p>
        </p:txBody>
      </p:sp>
    </p:spTree>
    <p:extLst>
      <p:ext uri="{BB962C8B-B14F-4D97-AF65-F5344CB8AC3E}">
        <p14:creationId xmlns:p14="http://schemas.microsoft.com/office/powerpoint/2010/main" val="4096732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0ABD04-6620-9F7B-AF8A-2F417D394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Задачи, решенные в рамках текущей итерации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FD52E36-D453-0F04-8B30-8F11135254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sz="1600" dirty="0"/>
              <a:t>Реализована </a:t>
            </a:r>
            <a:r>
              <a:rPr lang="en-US" sz="1600" dirty="0"/>
              <a:t>web-</a:t>
            </a:r>
            <a:r>
              <a:rPr lang="ru-RU" sz="1600" dirty="0"/>
              <a:t>страница рабочей области</a:t>
            </a:r>
          </a:p>
          <a:p>
            <a:r>
              <a:rPr lang="ru-RU" sz="1600" dirty="0"/>
              <a:t>Реализована функция загрузки датасета</a:t>
            </a:r>
          </a:p>
          <a:p>
            <a:r>
              <a:rPr lang="ru-RU" sz="1600" dirty="0"/>
              <a:t>Настроена база данных бля хранения информации о датасетах, статусе из разметки</a:t>
            </a:r>
          </a:p>
          <a:p>
            <a:r>
              <a:rPr lang="ru-RU" sz="1600" dirty="0"/>
              <a:t>Проект собран в 2 докер-контейнера</a:t>
            </a:r>
            <a:r>
              <a:rPr lang="en-US" sz="1600" dirty="0"/>
              <a:t>: </a:t>
            </a:r>
            <a:r>
              <a:rPr lang="ru-RU" sz="1600" dirty="0"/>
              <a:t>сервер для обработки запросов к </a:t>
            </a:r>
            <a:r>
              <a:rPr lang="en-US" sz="1600" dirty="0" err="1"/>
              <a:t>api</a:t>
            </a:r>
            <a:r>
              <a:rPr lang="ru-RU" sz="1600" dirty="0"/>
              <a:t> и сервер для вывода </a:t>
            </a:r>
            <a:r>
              <a:rPr lang="en-US" sz="1600" dirty="0"/>
              <a:t>web-</a:t>
            </a:r>
            <a:r>
              <a:rPr lang="ru-RU" sz="1600" dirty="0"/>
              <a:t>страниц</a:t>
            </a:r>
          </a:p>
          <a:p>
            <a:r>
              <a:rPr lang="ru-RU" sz="1600" dirty="0"/>
              <a:t>Контейнеры объединены через </a:t>
            </a:r>
            <a:r>
              <a:rPr lang="en-US" sz="1600" dirty="0"/>
              <a:t>docker-compose </a:t>
            </a:r>
            <a:r>
              <a:rPr lang="ru-RU" sz="1600" dirty="0"/>
              <a:t>с базой данных </a:t>
            </a:r>
            <a:r>
              <a:rPr lang="en-US" sz="1600" dirty="0" err="1"/>
              <a:t>postrgesql</a:t>
            </a:r>
            <a:endParaRPr lang="en-US" sz="1600" dirty="0"/>
          </a:p>
          <a:p>
            <a:r>
              <a:rPr lang="ru-RU" sz="1600" dirty="0"/>
              <a:t>Добавлены скрипты запуска </a:t>
            </a:r>
          </a:p>
          <a:p>
            <a:r>
              <a:rPr lang="ru-RU" sz="1600" dirty="0"/>
              <a:t>Добавлена настройка </a:t>
            </a:r>
            <a:r>
              <a:rPr lang="ru-RU" sz="1600" dirty="0" err="1"/>
              <a:t>гиперпараметров</a:t>
            </a:r>
            <a:r>
              <a:rPr lang="ru-RU" sz="1600" dirty="0"/>
              <a:t> обучения</a:t>
            </a:r>
          </a:p>
          <a:p>
            <a:r>
              <a:rPr lang="ru-RU" sz="1600" dirty="0"/>
              <a:t>Добавлены метрики для контроля обучения модели</a:t>
            </a:r>
          </a:p>
          <a:p>
            <a:r>
              <a:rPr lang="ru-RU" sz="1600" dirty="0"/>
              <a:t>Добавлена поддержка нескольких моделей нейросети для предсказания рамок</a:t>
            </a:r>
          </a:p>
          <a:p>
            <a:r>
              <a:rPr lang="ru-RU" sz="1600" dirty="0"/>
              <a:t>Добавлена аугментация картинок</a:t>
            </a:r>
          </a:p>
          <a:p>
            <a:r>
              <a:rPr lang="ru-RU" sz="1600" dirty="0"/>
              <a:t>Добавлены логи для обучения модели</a:t>
            </a:r>
          </a:p>
          <a:p>
            <a:endParaRPr lang="ru-RU" sz="1600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289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EF1088-D772-51A2-C992-ED0DBD40A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на следующую итерацию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372A9D-70F5-E617-F37D-471ED713DC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4" y="1906108"/>
            <a:ext cx="10691265" cy="3739896"/>
          </a:xfrm>
        </p:spPr>
        <p:txBody>
          <a:bodyPr/>
          <a:lstStyle/>
          <a:p>
            <a:r>
              <a:rPr lang="ru-RU" dirty="0"/>
              <a:t>Доделать отправку размеченных изображений из пользовательского интерфейса</a:t>
            </a:r>
          </a:p>
          <a:p>
            <a:r>
              <a:rPr lang="ru-RU" dirty="0"/>
              <a:t>Добавить функционал отправки изображений на </a:t>
            </a:r>
            <a:r>
              <a:rPr lang="ru-RU" dirty="0" err="1"/>
              <a:t>авторазметку</a:t>
            </a:r>
            <a:r>
              <a:rPr lang="ru-RU" dirty="0"/>
              <a:t> в пользовательский интерфейс</a:t>
            </a:r>
          </a:p>
          <a:p>
            <a:r>
              <a:rPr lang="ru-RU" dirty="0"/>
              <a:t>Добавить вывод логов обучения и метрик в пользовательский интерфейс</a:t>
            </a:r>
          </a:p>
          <a:p>
            <a:r>
              <a:rPr lang="ru-RU" dirty="0"/>
              <a:t>Реализовать сохранение результатов разметки в файлы</a:t>
            </a:r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29268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E7CE89-74AD-8682-6340-83206C217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Скринкаст</a:t>
            </a:r>
            <a:r>
              <a:rPr lang="ru-RU" dirty="0"/>
              <a:t> с демонстрацией</a:t>
            </a:r>
          </a:p>
        </p:txBody>
      </p:sp>
      <p:pic>
        <p:nvPicPr>
          <p:cNvPr id="4" name="screncast_iter_2">
            <a:hlinkClick r:id="" action="ppaction://media"/>
            <a:extLst>
              <a:ext uri="{FF2B5EF4-FFF2-40B4-BE49-F238E27FC236}">
                <a16:creationId xmlns:a16="http://schemas.microsoft.com/office/drawing/2014/main" id="{0FD927D7-FCA3-BDDF-98F0-7318910B335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621709" y="1710813"/>
            <a:ext cx="7742902" cy="435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056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48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DCB6FC-A91B-21B5-7D0A-25BFDB03C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6323" y="2775204"/>
            <a:ext cx="10691265" cy="1307592"/>
          </a:xfrm>
        </p:spPr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829018914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196</Words>
  <Application>Microsoft Office PowerPoint</Application>
  <PresentationFormat>Широкоэкранный</PresentationFormat>
  <Paragraphs>38</Paragraphs>
  <Slides>6</Slides>
  <Notes>1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Aptos</vt:lpstr>
      <vt:lpstr>Arial</vt:lpstr>
      <vt:lpstr>Calisto MT</vt:lpstr>
      <vt:lpstr>Univers Condensed</vt:lpstr>
      <vt:lpstr>ChronicleVTI</vt:lpstr>
      <vt:lpstr>Интеллектуальная система разметки изображений (markup-web) </vt:lpstr>
      <vt:lpstr>План на текущую итерацию</vt:lpstr>
      <vt:lpstr>Задачи, решенные в рамках текущей итерации</vt:lpstr>
      <vt:lpstr>План на следующую итерацию</vt:lpstr>
      <vt:lpstr>Скринкаст с демонстрацией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Alcomarxism</dc:creator>
  <cp:lastModifiedBy>Alcomarxism</cp:lastModifiedBy>
  <cp:revision>16</cp:revision>
  <dcterms:created xsi:type="dcterms:W3CDTF">2026-02-25T12:48:09Z</dcterms:created>
  <dcterms:modified xsi:type="dcterms:W3CDTF">2026-03-25T20:54:50Z</dcterms:modified>
</cp:coreProperties>
</file>